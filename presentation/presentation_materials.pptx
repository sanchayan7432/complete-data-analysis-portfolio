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61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5400" b="1"/>
              <a:t>Data Analysis Portfoli</a:t>
            </a:r>
            <a:r>
              <a:rPr b="1"/>
              <a:t>o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2095" y="1600200"/>
            <a:ext cx="7164705" cy="4526280"/>
          </a:xfrm>
        </p:spPr>
        <p:txBody>
          <a:bodyPr/>
          <a:lstStyle/>
          <a:p>
            <a:r>
              <a:t>Present</a:t>
            </a:r>
            <a:r>
              <a:rPr lang="en-US"/>
              <a:t>ed by : Sanchayan Ghosh</a:t>
            </a:r>
            <a:endParaRPr lang="en-US"/>
          </a:p>
          <a:p>
            <a:r>
              <a:rPr lang="en-US"/>
              <a:t>Employee ID: </a:t>
            </a:r>
            <a:r>
              <a:rPr lang="en-US">
                <a:solidFill>
                  <a:srgbClr val="FF0000"/>
                </a:solidFill>
              </a:rPr>
              <a:t>EMP20251210-169</a:t>
            </a:r>
            <a:endParaRPr lang="en-US"/>
          </a:p>
          <a:p>
            <a:r>
              <a:rPr lang="en-US"/>
              <a:t>Python Developer Intern</a:t>
            </a:r>
            <a:endParaRPr lang="en-US"/>
          </a:p>
          <a:p>
            <a:r>
              <a:rPr lang="en-US"/>
              <a:t>THE DEVELOPERS ARENA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Collection of analytics &amp; ML projects</a:t>
            </a:r>
          </a:p>
          <a:p>
            <a:r>
              <a:t>Python</a:t>
            </a:r>
          </a:p>
          <a:p>
            <a:pPr marL="0" indent="0">
              <a:buNone/>
            </a:pPr>
            <a:r>
              <a:t>• Visualization</a:t>
            </a:r>
          </a:p>
          <a:p>
            <a:pPr marL="0" indent="0">
              <a:buNone/>
            </a:pPr>
            <a:r>
              <a:t>•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9185" y="1600200"/>
            <a:ext cx="6317615" cy="4526280"/>
          </a:xfrm>
        </p:spPr>
        <p:txBody>
          <a:bodyPr/>
          <a:lstStyle/>
          <a:p>
            <a:r>
              <a:t> </a:t>
            </a:r>
            <a:r>
              <a:rPr>
                <a:solidFill>
                  <a:srgbClr val="FF0000"/>
                </a:solidFill>
              </a:rPr>
              <a:t>Business Analytics</a:t>
            </a:r>
            <a:endParaRPr>
              <a:solidFill>
                <a:srgbClr val="FF0000"/>
              </a:solidFill>
            </a:endParaRPr>
          </a:p>
          <a:p>
            <a:r>
              <a:rPr>
                <a:solidFill>
                  <a:srgbClr val="FF0000"/>
                </a:solidFill>
              </a:rPr>
              <a:t> Healthcare Analysis</a:t>
            </a:r>
            <a:endParaRPr>
              <a:solidFill>
                <a:srgbClr val="FF0000"/>
              </a:solidFill>
            </a:endParaRPr>
          </a:p>
          <a:p>
            <a:r>
              <a:rPr>
                <a:solidFill>
                  <a:srgbClr val="FF0000"/>
                </a:solidFill>
              </a:rPr>
              <a:t> Sports Analytics</a:t>
            </a:r>
            <a:endParaRPr>
              <a:solidFill>
                <a:srgbClr val="FF0000"/>
              </a:solidFill>
            </a:endParaRPr>
          </a:p>
          <a:p>
            <a:r>
              <a:rPr>
                <a:solidFill>
                  <a:srgbClr val="FF0000"/>
                </a:solidFill>
              </a:rPr>
              <a:t> Financial Markets</a:t>
            </a:r>
            <a:endParaRPr>
              <a:solidFill>
                <a:srgbClr val="FF0000"/>
              </a:solidFill>
            </a:endParaRPr>
          </a:p>
          <a:p>
            <a:r>
              <a:rPr>
                <a:solidFill>
                  <a:srgbClr val="FF0000"/>
                </a:solidFill>
              </a:rPr>
              <a:t> E-commerce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Data Cleaning &amp; Preprocessing</a:t>
            </a:r>
          </a:p>
          <a:p>
            <a:r>
              <a:t> Exploratory Data Analysis</a:t>
            </a:r>
          </a:p>
          <a:p>
            <a:r>
              <a:t> Predictive Modeling</a:t>
            </a:r>
          </a:p>
          <a:p>
            <a:r>
              <a:t>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Python</a:t>
            </a:r>
          </a:p>
          <a:p>
            <a:r>
              <a:t> Pandas / NumPy</a:t>
            </a:r>
          </a:p>
          <a:p>
            <a:r>
              <a:t> Matplotlib / Seaborn</a:t>
            </a:r>
          </a:p>
          <a:p>
            <a:r>
              <a:t> Scikit-learn</a:t>
            </a:r>
          </a:p>
          <a:p>
            <a:r>
              <a:t> Django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Visualizations</a:t>
            </a:r>
            <a:endParaRPr lang="en-US" altLang="en-GB"/>
          </a:p>
        </p:txBody>
      </p:sp>
      <p:pic>
        <p:nvPicPr>
          <p:cNvPr id="8" name="Content Placeholder 7" descr="category_performanc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0595" y="1600200"/>
            <a:ext cx="72415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customer_segmentatio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03350" y="1600200"/>
            <a:ext cx="633666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monthly_sale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805305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age_vs_glucos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66814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bmi_vs_outcom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66814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confusion_matrix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66814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correlation_heatmap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43075" y="1600200"/>
            <a:ext cx="565721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outcome_distributio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66814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matches_wo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66814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net_run_rat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66814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points_distributio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0595" y="1600200"/>
            <a:ext cx="72415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team_win_percentag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00100" y="1600200"/>
            <a:ext cx="754316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daily_return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66814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drawdow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66814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price_ma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66814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price_moving_avg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66814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churn_distributio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66814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confusion_matrix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66814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feature_importanc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66814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Visualizations(contd.)</a:t>
            </a:r>
            <a:endParaRPr lang="en-GB" altLang="en-US"/>
          </a:p>
        </p:txBody>
      </p:sp>
      <p:pic>
        <p:nvPicPr>
          <p:cNvPr id="4" name="Content Placeholder 3" descr="roc_curv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66814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Demonstrates practical analytical thinking</a:t>
            </a:r>
          </a:p>
          <a:p>
            <a:r>
              <a:t>and end-to-end project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999</Words>
  <Application>WPS Presentation</Application>
  <PresentationFormat>On-screen Show (4:3)</PresentationFormat>
  <Paragraphs>82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Data Analysis Portfolio</vt:lpstr>
      <vt:lpstr>Overview</vt:lpstr>
      <vt:lpstr>Project Domains</vt:lpstr>
      <vt:lpstr>Key Skills</vt:lpstr>
      <vt:lpstr>Tools &amp; Technologies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ghosh</cp:lastModifiedBy>
  <cp:revision>2</cp:revision>
  <dcterms:created xsi:type="dcterms:W3CDTF">2013-01-27T09:14:00Z</dcterms:created>
  <dcterms:modified xsi:type="dcterms:W3CDTF">2026-02-19T17:19:52Z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70638C8660DF4E08A4D949375E22FEC9_12</vt:lpwstr>
  </property>
  <property fmtid="{D5CDD505-2E9C-101B-9397-08002B2CF9AE}" pid="3" name="KSOProductBuildVer">
    <vt:lpwstr>2057-12.2.0.23197</vt:lpwstr>
  </property>
</Properties>
</file>